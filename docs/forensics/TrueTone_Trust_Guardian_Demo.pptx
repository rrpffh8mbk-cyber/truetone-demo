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演示以取证开始。不声称判断作者真假，也不将颜色差异等同于篡改。赛题方向来自团队提供的说明，未独立验证官方规则。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 Agent 是确定性编排器，不是四个独立 LLM 投票。源图定位独立于唇部颜色相似度与官方色卡差异。实验性预训练模型只给全图响应，不能提供 AI 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108 个调参样本。保留测试 108 个源图派生样本加 6 张 AI 生成图。配置只由调参组选择；生成阈值由对照最高响应加 0.05 确定。生成图分辨率调整未改变阈值，冻结记录与清单修订可复核。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四列依次为比较源图、受控拼接、已知区域和实际检测。源图自身可能已处理。观察到零误报不等于真实误报率为零。6 张生成图相关，不能声称多生成器覆盖或模型泛化准确率。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不把虚拟试妆放在开场。点击每个示例后实际运行检测，结果不读取答案。生成模型失败要主动说，不回避。网址：https://rrpffh8mbk-cyber.github.io/truetone-demo/forensics.html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品牌收益是可测试的产品机制，而不是已证实的商业提升。保留颜色、证据和个人匹配的解释边界。让评委看到真实技术和未解决的问题。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D8A76D"/>
                </a:solidFill>
                <a:latin typeface="Noto Sans CJK SC"/>
              </a:defRPr>
            </a:pPr>
            <a:r>
              <a:t>试色有谱 · TrueTone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先核验这条试色，</a:t>
            </a:r>
          </a:p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再决定要不要信。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D8A76D"/>
                </a:solidFill>
                <a:latin typeface="Noto Sans CJK SC"/>
              </a:defRPr>
            </a:pPr>
            <a:r>
              <a:t>信任守护师场景原型 · 按团队提供的赛题方向调整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17520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同一支口红的网上展示可能因为光照、版本、原生唇色或局部编辑而不同。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02736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我们的入口是核验信息：发现可解释的线索、对照来源，再决定哪些证据值得参考。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87952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自拍颜色预览放在最后，作为辅助体验。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5B5A5"/>
                </a:solidFill>
                <a:latin typeface="Noto Sans CJK SC"/>
              </a:defRPr>
            </a:pPr>
            <a:r>
              <a:t>试色有谱 · 受控实验原型 · 2026-10-07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D8A76D"/>
                </a:solidFill>
                <a:latin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D8A76D"/>
                </a:solidFill>
                <a:latin typeface="Noto Sans CJK SC"/>
              </a:defRPr>
            </a:pPr>
            <a:r>
              <a:t>核心机制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一个 Evidence / Trust Agent，</a:t>
            </a:r>
          </a:p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编排五个核验步骤。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51760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① 图像处理线索：找可比源图、校正整体曝光、定位局部残差。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36976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② 图文核对：对照画面可见的颜色与浓淡；无法验证的自述保留待核验。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22191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③ 同产品证据：同色号、同产品线与版本；保留具体负面体验。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07408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④ 个人相关性：质量与已确认标签匹配；未知条件不补猜。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992624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⑤ 下一步建议：索取原图、确认版本、暂缓作为颜色依据。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5B5A5"/>
                </a:solidFill>
                <a:latin typeface="Noto Sans CJK SC"/>
              </a:defRPr>
            </a:pPr>
            <a:r>
              <a:t>试色有谱 · 受控实验原型 · 2026-10-07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D8A76D"/>
                </a:solidFill>
                <a:latin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D8A76D"/>
                </a:solidFill>
                <a:latin typeface="Noto Sans CJK SC"/>
              </a:defRPr>
            </a:pPr>
            <a:r>
              <a:t>来源隔离的受控实验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先留出测试原帖，</a:t>
            </a:r>
          </a:p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再冻结检测阈值。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51760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24 个原帖组，四个色号各 6 组；12 组调参、12 组保留测试。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36976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每组包含 4 类正常处理对照与 5 类局部编辑；拼接供体不跨分组。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22191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区域答案来自实际编辑 alpha；检测器不读取操作标签或区域答案。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07408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6 张已知生成图来自一次 image_gen 生成，全部留作测试；仅一个生成家族。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992624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对应基准图是核验输入。这不是缺少源图的盲测；对照来源也未经真实性认证。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5B5A5"/>
                </a:solidFill>
                <a:latin typeface="Noto Sans CJK SC"/>
              </a:defRPr>
            </a:pPr>
            <a:r>
              <a:t>试色有谱 · 受控实验原型 · 2026-10-07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D8A76D"/>
                </a:solidFill>
                <a:latin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D8A76D"/>
                </a:solidFill>
                <a:latin typeface="Noto Sans CJK SC"/>
              </a:defRPr>
            </a:pPr>
            <a:r>
              <a:t>公开成功，也公开失败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能定位部分局部编辑，</a:t>
            </a:r>
          </a:p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目前还不能通用识别 AI 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1097280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5B5A5"/>
                </a:solidFill>
                <a:latin typeface="Noto Sans CJK SC"/>
              </a:defRPr>
            </a:pPr>
            <a:r>
              <a:t>局部检测：40 / 60 新增编辑被检出；48 个正常处理对照未误报。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34056"/>
            <a:ext cx="1097280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5B5A5"/>
                </a:solidFill>
                <a:latin typeface="Noto Sans CJK SC"/>
              </a:defRPr>
            </a:pPr>
            <a:r>
              <a:t>平均定位 IoU 0.399；漏检与无法匹配按 0 计入。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36391"/>
            <a:ext cx="1097280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5B5A5"/>
                </a:solidFill>
                <a:latin typeface="Noto Sans CJK SC"/>
              </a:defRPr>
            </a:pPr>
            <a:r>
              <a:t>较轻局部改色：0 / 12。已知 AI 生成图触发模型：0 / 6。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38728"/>
            <a:ext cx="10972800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5B5A5"/>
                </a:solidFill>
                <a:latin typeface="Noto Sans CJK SC"/>
              </a:defRPr>
            </a:pPr>
            <a:r>
              <a:t>因此生成模型保留实验入口，不能作为真实性通过门槛。</a:t>
            </a:r>
          </a:p>
        </p:txBody>
      </p:sp>
      <p:pic>
        <p:nvPicPr>
          <p:cNvPr id="8" name="Picture 7" descr="localization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0"/>
            <a:ext cx="109728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5B5A5"/>
                </a:solidFill>
                <a:latin typeface="Noto Sans CJK SC"/>
              </a:defRPr>
            </a:pPr>
            <a:r>
              <a:t>试色有谱 · 受控实验原型 · 2026-10-07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D8A76D"/>
                </a:solidFill>
                <a:latin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D8A76D"/>
                </a:solidFill>
                <a:latin typeface="Noto Sans CJK SC"/>
              </a:defRPr>
            </a:pPr>
            <a:r>
              <a:t>正式演示顺序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图像可疑区域 → 图文承诺 →</a:t>
            </a:r>
          </a:p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产品版本 → 购买参考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51760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先打开篡改风险测试台，比较对照、改色与拼接；解释橙色区域和无法核验。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36976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再检查种草案例：绝对承诺不能靠相近颜色获得“真实认证”。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22191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用兰蔻 274 展示同号不同产品线的边界；版本不明确时不混算。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07408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最后看条件匹配的 TOP3 图与具体体验；预览从真实证据中取色，辅助理解。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5B5A5"/>
                </a:solidFill>
                <a:latin typeface="Noto Sans CJK SC"/>
              </a:defRPr>
            </a:pPr>
            <a:r>
              <a:t>试色有谱 · 受控实验原型 · 2026-10-07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D8A76D"/>
                </a:solidFill>
                <a:latin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D8A76D"/>
                </a:solidFill>
                <a:latin typeface="Noto Sans CJK SC"/>
              </a:defRPr>
            </a:pPr>
            <a:r>
              <a:t>品牌闭环与下一步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把核验结果，</a:t>
            </a:r>
          </a:p>
          <a:p>
            <a:pPr>
              <a:spcAft>
                <a:spcPts val="1000"/>
              </a:spcAft>
              <a:defRPr sz="3200" b="1">
                <a:solidFill>
                  <a:srgbClr val="F6EFE6"/>
                </a:solidFill>
                <a:latin typeface="Noto Sans CJK SC"/>
              </a:defRPr>
            </a:pPr>
            <a:r>
              <a:t>变成可执行的素材改进。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51760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消费者：暂缓可疑颜色依据 → 索取源图 → 参考同产品、相近条件的真实体验。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36976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品牌：回收需核验的素材 → 补拍同光照标准图 → 标清版本 → 调整详情页证据。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22191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待验证指标：素材核验完成率、版本澄清率、证据点击与购买决策耗时。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07408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下一步：多生成器、真实编辑过程、外部人工盲评与来源级独立测试。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992624"/>
            <a:ext cx="109728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5B5A5"/>
                </a:solidFill>
                <a:latin typeface="Noto Sans CJK SC"/>
              </a:defRPr>
            </a:pPr>
            <a:r>
              <a:t>边界：目前四个色号；未完成通用伪造、刷评或虚构文本识别，也未证明转化提升。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5B5A5"/>
                </a:solidFill>
                <a:latin typeface="Noto Sans CJK SC"/>
              </a:defRPr>
            </a:pPr>
            <a:r>
              <a:t>试色有谱 · 受控实验原型 · 2026-10-07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D8A76D"/>
                </a:solidFill>
                <a:latin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